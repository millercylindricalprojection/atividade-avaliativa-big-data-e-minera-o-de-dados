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315" r:id="rId3"/>
    <p:sldId id="358" r:id="rId4"/>
    <p:sldId id="360" r:id="rId5"/>
    <p:sldId id="362" r:id="rId6"/>
    <p:sldId id="361" r:id="rId7"/>
    <p:sldId id="357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21A"/>
    <a:srgbClr val="475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Estilo com Tema 2 - Ênfas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628" autoAdjust="0"/>
    <p:restoredTop sz="94660"/>
  </p:normalViewPr>
  <p:slideViewPr>
    <p:cSldViewPr>
      <p:cViewPr varScale="1">
        <p:scale>
          <a:sx n="100" d="100"/>
          <a:sy n="100" d="100"/>
        </p:scale>
        <p:origin x="1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Lima Pereira" userId="efdeca60e14e0783" providerId="LiveId" clId="{68192AA6-81AC-4CCD-B291-A4752A0A4A02}"/>
    <pc:docChg chg="modSld">
      <pc:chgData name="Patrik Lima Pereira" userId="efdeca60e14e0783" providerId="LiveId" clId="{68192AA6-81AC-4CCD-B291-A4752A0A4A02}" dt="2025-08-06T17:30:06.262" v="13" actId="122"/>
      <pc:docMkLst>
        <pc:docMk/>
      </pc:docMkLst>
      <pc:sldChg chg="modSp mod">
        <pc:chgData name="Patrik Lima Pereira" userId="efdeca60e14e0783" providerId="LiveId" clId="{68192AA6-81AC-4CCD-B291-A4752A0A4A02}" dt="2025-08-06T17:30:06.262" v="13" actId="122"/>
        <pc:sldMkLst>
          <pc:docMk/>
          <pc:sldMk cId="4221825394" sldId="361"/>
        </pc:sldMkLst>
        <pc:spChg chg="mod">
          <ac:chgData name="Patrik Lima Pereira" userId="efdeca60e14e0783" providerId="LiveId" clId="{68192AA6-81AC-4CCD-B291-A4752A0A4A02}" dt="2025-08-06T17:30:06.262" v="13" actId="122"/>
          <ac:spMkLst>
            <pc:docMk/>
            <pc:sldMk cId="4221825394" sldId="361"/>
            <ac:spMk id="36" creationId="{4F769A83-150B-2F6F-60ED-F9C6EEE19789}"/>
          </ac:spMkLst>
        </pc:spChg>
      </pc:sldChg>
    </pc:docChg>
  </pc:docChgLst>
  <pc:docChgLst>
    <pc:chgData name="Patrik Lima Pereira" userId="efdeca60e14e0783" providerId="LiveId" clId="{A06A75E7-C832-4AF2-8D73-553D4F338DDF}"/>
    <pc:docChg chg="undo custSel addSld delSld modSld sldOrd">
      <pc:chgData name="Patrik Lima Pereira" userId="efdeca60e14e0783" providerId="LiveId" clId="{A06A75E7-C832-4AF2-8D73-553D4F338DDF}" dt="2025-08-06T15:10:23.167" v="671" actId="1038"/>
      <pc:docMkLst>
        <pc:docMk/>
      </pc:docMkLst>
      <pc:sldChg chg="addSp delSp modSp mod">
        <pc:chgData name="Patrik Lima Pereira" userId="efdeca60e14e0783" providerId="LiveId" clId="{A06A75E7-C832-4AF2-8D73-553D4F338DDF}" dt="2025-08-06T12:29:54.831" v="118" actId="1036"/>
        <pc:sldMkLst>
          <pc:docMk/>
          <pc:sldMk cId="0" sldId="257"/>
        </pc:sldMkLst>
        <pc:spChg chg="add del">
          <ac:chgData name="Patrik Lima Pereira" userId="efdeca60e14e0783" providerId="LiveId" clId="{A06A75E7-C832-4AF2-8D73-553D4F338DDF}" dt="2025-08-06T12:25:50.970" v="69" actId="22"/>
          <ac:spMkLst>
            <pc:docMk/>
            <pc:sldMk cId="0" sldId="257"/>
            <ac:spMk id="3" creationId="{005113E9-068E-2F3B-F0E4-D051160DD864}"/>
          </ac:spMkLst>
        </pc:spChg>
        <pc:spChg chg="mod">
          <ac:chgData name="Patrik Lima Pereira" userId="efdeca60e14e0783" providerId="LiveId" clId="{A06A75E7-C832-4AF2-8D73-553D4F338DDF}" dt="2025-08-06T12:01:58.233" v="11" actId="255"/>
          <ac:spMkLst>
            <pc:docMk/>
            <pc:sldMk cId="0" sldId="257"/>
            <ac:spMk id="5" creationId="{00000000-0000-0000-0000-000000000000}"/>
          </ac:spMkLst>
        </pc:spChg>
        <pc:picChg chg="add mod ord">
          <ac:chgData name="Patrik Lima Pereira" userId="efdeca60e14e0783" providerId="LiveId" clId="{A06A75E7-C832-4AF2-8D73-553D4F338DDF}" dt="2025-08-06T12:29:54.831" v="118" actId="1036"/>
          <ac:picMkLst>
            <pc:docMk/>
            <pc:sldMk cId="0" sldId="257"/>
            <ac:picMk id="6" creationId="{7C60A3BE-B96B-AE49-CAF7-E699976C3D57}"/>
          </ac:picMkLst>
        </pc:picChg>
        <pc:picChg chg="mod">
          <ac:chgData name="Patrik Lima Pereira" userId="efdeca60e14e0783" providerId="LiveId" clId="{A06A75E7-C832-4AF2-8D73-553D4F338DDF}" dt="2025-08-06T12:29:32.174" v="114" actId="1036"/>
          <ac:picMkLst>
            <pc:docMk/>
            <pc:sldMk cId="0" sldId="257"/>
            <ac:picMk id="12" creationId="{E05FF5DD-FF27-9644-68B5-E10C1F16691C}"/>
          </ac:picMkLst>
        </pc:picChg>
        <pc:picChg chg="del mod">
          <ac:chgData name="Patrik Lima Pereira" userId="efdeca60e14e0783" providerId="LiveId" clId="{A06A75E7-C832-4AF2-8D73-553D4F338DDF}" dt="2025-08-06T12:25:49.403" v="67" actId="478"/>
          <ac:picMkLst>
            <pc:docMk/>
            <pc:sldMk cId="0" sldId="257"/>
            <ac:picMk id="1026" creationId="{C3135305-8414-EA72-35AF-04C499526A2D}"/>
          </ac:picMkLst>
        </pc:picChg>
      </pc:sldChg>
      <pc:sldChg chg="addSp delSp modSp mod">
        <pc:chgData name="Patrik Lima Pereira" userId="efdeca60e14e0783" providerId="LiveId" clId="{A06A75E7-C832-4AF2-8D73-553D4F338DDF}" dt="2025-08-06T12:38:12.001" v="216" actId="255"/>
        <pc:sldMkLst>
          <pc:docMk/>
          <pc:sldMk cId="0" sldId="315"/>
        </pc:sldMkLst>
        <pc:spChg chg="mod">
          <ac:chgData name="Patrik Lima Pereira" userId="efdeca60e14e0783" providerId="LiveId" clId="{A06A75E7-C832-4AF2-8D73-553D4F338DDF}" dt="2025-08-06T12:38:12.001" v="216" actId="255"/>
          <ac:spMkLst>
            <pc:docMk/>
            <pc:sldMk cId="0" sldId="315"/>
            <ac:spMk id="6" creationId="{3EB18F40-AB6A-A026-A60A-0AEFBCBCFA9C}"/>
          </ac:spMkLst>
        </pc:spChg>
        <pc:spChg chg="add del">
          <ac:chgData name="Patrik Lima Pereira" userId="efdeca60e14e0783" providerId="LiveId" clId="{A06A75E7-C832-4AF2-8D73-553D4F338DDF}" dt="2025-08-06T12:17:53.994" v="16" actId="22"/>
          <ac:spMkLst>
            <pc:docMk/>
            <pc:sldMk cId="0" sldId="315"/>
            <ac:spMk id="7" creationId="{A3FAE542-2C3B-7581-F230-B29391EE3265}"/>
          </ac:spMkLst>
        </pc:spChg>
        <pc:spChg chg="add del mod">
          <ac:chgData name="Patrik Lima Pereira" userId="efdeca60e14e0783" providerId="LiveId" clId="{A06A75E7-C832-4AF2-8D73-553D4F338DDF}" dt="2025-08-06T12:20:25.046" v="25" actId="478"/>
          <ac:spMkLst>
            <pc:docMk/>
            <pc:sldMk cId="0" sldId="315"/>
            <ac:spMk id="8" creationId="{F5D6E6F6-5D9F-F53F-17F0-F4C46B04270E}"/>
          </ac:spMkLst>
        </pc:spChg>
        <pc:spChg chg="mod">
          <ac:chgData name="Patrik Lima Pereira" userId="efdeca60e14e0783" providerId="LiveId" clId="{A06A75E7-C832-4AF2-8D73-553D4F338DDF}" dt="2025-08-06T12:16:17.357" v="12"/>
          <ac:spMkLst>
            <pc:docMk/>
            <pc:sldMk cId="0" sldId="315"/>
            <ac:spMk id="11" creationId="{00000000-0000-0000-0000-000000000000}"/>
          </ac:spMkLst>
        </pc:spChg>
        <pc:spChg chg="del mod">
          <ac:chgData name="Patrik Lima Pereira" userId="efdeca60e14e0783" providerId="LiveId" clId="{A06A75E7-C832-4AF2-8D73-553D4F338DDF}" dt="2025-08-06T12:20:15.099" v="22" actId="21"/>
          <ac:spMkLst>
            <pc:docMk/>
            <pc:sldMk cId="0" sldId="315"/>
            <ac:spMk id="15" creationId="{EC2B5A32-EF62-139E-4D40-CC87EE016F71}"/>
          </ac:spMkLst>
        </pc:spChg>
        <pc:picChg chg="add del">
          <ac:chgData name="Patrik Lima Pereira" userId="efdeca60e14e0783" providerId="LiveId" clId="{A06A75E7-C832-4AF2-8D73-553D4F338DDF}" dt="2025-08-06T12:20:04.211" v="17" actId="478"/>
          <ac:picMkLst>
            <pc:docMk/>
            <pc:sldMk cId="0" sldId="315"/>
            <ac:picMk id="5" creationId="{5DC3066B-E271-51FF-18DF-D18A93B21294}"/>
          </ac:picMkLst>
        </pc:picChg>
        <pc:cxnChg chg="del">
          <ac:chgData name="Patrik Lima Pereira" userId="efdeca60e14e0783" providerId="LiveId" clId="{A06A75E7-C832-4AF2-8D73-553D4F338DDF}" dt="2025-08-06T12:20:08.451" v="19" actId="478"/>
          <ac:cxnSpMkLst>
            <pc:docMk/>
            <pc:sldMk cId="0" sldId="315"/>
            <ac:cxnSpMk id="12" creationId="{E7271547-E3D0-3A8C-90D2-2C7EDA43E35C}"/>
          </ac:cxnSpMkLst>
        </pc:cxnChg>
      </pc:sldChg>
      <pc:sldChg chg="addSp modSp del">
        <pc:chgData name="Patrik Lima Pereira" userId="efdeca60e14e0783" providerId="LiveId" clId="{A06A75E7-C832-4AF2-8D73-553D4F338DDF}" dt="2025-08-06T14:59:50.955" v="481" actId="2696"/>
        <pc:sldMkLst>
          <pc:docMk/>
          <pc:sldMk cId="3594288625" sldId="316"/>
        </pc:sldMkLst>
        <pc:spChg chg="add mod">
          <ac:chgData name="Patrik Lima Pereira" userId="efdeca60e14e0783" providerId="LiveId" clId="{A06A75E7-C832-4AF2-8D73-553D4F338DDF}" dt="2025-08-06T12:20:16.621" v="23"/>
          <ac:spMkLst>
            <pc:docMk/>
            <pc:sldMk cId="3594288625" sldId="316"/>
            <ac:spMk id="15" creationId="{EC2B5A32-EF62-139E-4D40-CC87EE016F71}"/>
          </ac:spMkLst>
        </pc:spChg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704757651" sldId="317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2691058307" sldId="318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2931872367" sldId="342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2838223632" sldId="344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1922472110" sldId="345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2706138563" sldId="346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870097269" sldId="347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2259676223" sldId="348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2698638928" sldId="349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1987879737" sldId="351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2059887086" sldId="352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4260247596" sldId="353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403040396" sldId="354"/>
        </pc:sldMkLst>
      </pc:sldChg>
      <pc:sldChg chg="del">
        <pc:chgData name="Patrik Lima Pereira" userId="efdeca60e14e0783" providerId="LiveId" clId="{A06A75E7-C832-4AF2-8D73-553D4F338DDF}" dt="2025-08-06T14:59:50.955" v="481" actId="2696"/>
        <pc:sldMkLst>
          <pc:docMk/>
          <pc:sldMk cId="889332122" sldId="355"/>
        </pc:sldMkLst>
      </pc:sldChg>
      <pc:sldChg chg="new del">
        <pc:chgData name="Patrik Lima Pereira" userId="efdeca60e14e0783" providerId="LiveId" clId="{A06A75E7-C832-4AF2-8D73-553D4F338DDF}" dt="2025-08-06T12:35:07.788" v="154" actId="2696"/>
        <pc:sldMkLst>
          <pc:docMk/>
          <pc:sldMk cId="2679814886" sldId="356"/>
        </pc:sldMkLst>
      </pc:sldChg>
      <pc:sldChg chg="addSp modSp add mod">
        <pc:chgData name="Patrik Lima Pereira" userId="efdeca60e14e0783" providerId="LiveId" clId="{A06A75E7-C832-4AF2-8D73-553D4F338DDF}" dt="2025-08-06T12:51:31.355" v="385" actId="6549"/>
        <pc:sldMkLst>
          <pc:docMk/>
          <pc:sldMk cId="2386142283" sldId="357"/>
        </pc:sldMkLst>
        <pc:spChg chg="add">
          <ac:chgData name="Patrik Lima Pereira" userId="efdeca60e14e0783" providerId="LiveId" clId="{A06A75E7-C832-4AF2-8D73-553D4F338DDF}" dt="2025-08-06T12:44:23.471" v="232"/>
          <ac:spMkLst>
            <pc:docMk/>
            <pc:sldMk cId="2386142283" sldId="357"/>
            <ac:spMk id="3" creationId="{19665280-D1EE-02F9-0272-2887A2C75D15}"/>
          </ac:spMkLst>
        </pc:spChg>
        <pc:spChg chg="mod">
          <ac:chgData name="Patrik Lima Pereira" userId="efdeca60e14e0783" providerId="LiveId" clId="{A06A75E7-C832-4AF2-8D73-553D4F338DDF}" dt="2025-08-06T12:51:31.355" v="385" actId="6549"/>
          <ac:spMkLst>
            <pc:docMk/>
            <pc:sldMk cId="2386142283" sldId="357"/>
            <ac:spMk id="6" creationId="{3EB18F40-AB6A-A026-A60A-0AEFBCBCFA9C}"/>
          </ac:spMkLst>
        </pc:spChg>
        <pc:spChg chg="mod">
          <ac:chgData name="Patrik Lima Pereira" userId="efdeca60e14e0783" providerId="LiveId" clId="{A06A75E7-C832-4AF2-8D73-553D4F338DDF}" dt="2025-08-06T12:35:28.705" v="174" actId="20577"/>
          <ac:spMkLst>
            <pc:docMk/>
            <pc:sldMk cId="2386142283" sldId="357"/>
            <ac:spMk id="11" creationId="{00000000-0000-0000-0000-000000000000}"/>
          </ac:spMkLst>
        </pc:spChg>
      </pc:sldChg>
      <pc:sldChg chg="modSp add mod ord">
        <pc:chgData name="Patrik Lima Pereira" userId="efdeca60e14e0783" providerId="LiveId" clId="{A06A75E7-C832-4AF2-8D73-553D4F338DDF}" dt="2025-08-06T14:43:22.540" v="411" actId="255"/>
        <pc:sldMkLst>
          <pc:docMk/>
          <pc:sldMk cId="1561365525" sldId="358"/>
        </pc:sldMkLst>
        <pc:spChg chg="mod">
          <ac:chgData name="Patrik Lima Pereira" userId="efdeca60e14e0783" providerId="LiveId" clId="{A06A75E7-C832-4AF2-8D73-553D4F338DDF}" dt="2025-08-06T14:43:22.540" v="411" actId="255"/>
          <ac:spMkLst>
            <pc:docMk/>
            <pc:sldMk cId="1561365525" sldId="358"/>
            <ac:spMk id="6" creationId="{3EB18F40-AB6A-A026-A60A-0AEFBCBCFA9C}"/>
          </ac:spMkLst>
        </pc:spChg>
        <pc:picChg chg="mod">
          <ac:chgData name="Patrik Lima Pereira" userId="efdeca60e14e0783" providerId="LiveId" clId="{A06A75E7-C832-4AF2-8D73-553D4F338DDF}" dt="2025-08-06T12:38:32.512" v="222" actId="1076"/>
          <ac:picMkLst>
            <pc:docMk/>
            <pc:sldMk cId="1561365525" sldId="358"/>
            <ac:picMk id="4" creationId="{DD07E98F-DF62-936F-023C-F50629127BA8}"/>
          </ac:picMkLst>
        </pc:picChg>
      </pc:sldChg>
      <pc:sldChg chg="add del ord">
        <pc:chgData name="Patrik Lima Pereira" userId="efdeca60e14e0783" providerId="LiveId" clId="{A06A75E7-C832-4AF2-8D73-553D4F338DDF}" dt="2025-08-06T14:59:50.955" v="481" actId="2696"/>
        <pc:sldMkLst>
          <pc:docMk/>
          <pc:sldMk cId="4125014502" sldId="359"/>
        </pc:sldMkLst>
      </pc:sldChg>
      <pc:sldChg chg="addSp delSp modSp add mod">
        <pc:chgData name="Patrik Lima Pereira" userId="efdeca60e14e0783" providerId="LiveId" clId="{A06A75E7-C832-4AF2-8D73-553D4F338DDF}" dt="2025-08-06T15:01:55.059" v="577" actId="20577"/>
        <pc:sldMkLst>
          <pc:docMk/>
          <pc:sldMk cId="3252754507" sldId="360"/>
        </pc:sldMkLst>
        <pc:spChg chg="del">
          <ac:chgData name="Patrik Lima Pereira" userId="efdeca60e14e0783" providerId="LiveId" clId="{A06A75E7-C832-4AF2-8D73-553D4F338DDF}" dt="2025-08-06T14:43:32.082" v="413" actId="478"/>
          <ac:spMkLst>
            <pc:docMk/>
            <pc:sldMk cId="3252754507" sldId="360"/>
            <ac:spMk id="6" creationId="{3EB18F40-AB6A-A026-A60A-0AEFBCBCFA9C}"/>
          </ac:spMkLst>
        </pc:spChg>
        <pc:spChg chg="add del mod">
          <ac:chgData name="Patrik Lima Pereira" userId="efdeca60e14e0783" providerId="LiveId" clId="{A06A75E7-C832-4AF2-8D73-553D4F338DDF}" dt="2025-08-06T15:01:20.629" v="493" actId="478"/>
          <ac:spMkLst>
            <pc:docMk/>
            <pc:sldMk cId="3252754507" sldId="360"/>
            <ac:spMk id="9" creationId="{7AFC8236-AED8-5083-0702-C40F1D4DE5EE}"/>
          </ac:spMkLst>
        </pc:spChg>
        <pc:spChg chg="add mod">
          <ac:chgData name="Patrik Lima Pereira" userId="efdeca60e14e0783" providerId="LiveId" clId="{A06A75E7-C832-4AF2-8D73-553D4F338DDF}" dt="2025-08-06T15:01:55.059" v="577" actId="20577"/>
          <ac:spMkLst>
            <pc:docMk/>
            <pc:sldMk cId="3252754507" sldId="360"/>
            <ac:spMk id="10" creationId="{DF7C459A-A538-5CAB-0350-63BD165FDBE7}"/>
          </ac:spMkLst>
        </pc:spChg>
        <pc:picChg chg="add del mod modCrop">
          <ac:chgData name="Patrik Lima Pereira" userId="efdeca60e14e0783" providerId="LiveId" clId="{A06A75E7-C832-4AF2-8D73-553D4F338DDF}" dt="2025-08-06T15:01:10.616" v="488" actId="478"/>
          <ac:picMkLst>
            <pc:docMk/>
            <pc:sldMk cId="3252754507" sldId="360"/>
            <ac:picMk id="5" creationId="{1C3A7FAC-6AB9-24EB-EAFA-374B91627704}"/>
          </ac:picMkLst>
        </pc:picChg>
        <pc:picChg chg="add del mod modCrop">
          <ac:chgData name="Patrik Lima Pereira" userId="efdeca60e14e0783" providerId="LiveId" clId="{A06A75E7-C832-4AF2-8D73-553D4F338DDF}" dt="2025-08-06T15:01:11.455" v="489" actId="478"/>
          <ac:picMkLst>
            <pc:docMk/>
            <pc:sldMk cId="3252754507" sldId="360"/>
            <ac:picMk id="8" creationId="{F15ABC20-8757-11FB-F48F-08FE28F239CE}"/>
          </ac:picMkLst>
        </pc:picChg>
      </pc:sldChg>
      <pc:sldChg chg="addSp delSp modSp add mod">
        <pc:chgData name="Patrik Lima Pereira" userId="efdeca60e14e0783" providerId="LiveId" clId="{A06A75E7-C832-4AF2-8D73-553D4F338DDF}" dt="2025-08-06T15:10:23.167" v="671" actId="1038"/>
        <pc:sldMkLst>
          <pc:docMk/>
          <pc:sldMk cId="4221825394" sldId="361"/>
        </pc:sldMkLst>
        <pc:spChg chg="mod">
          <ac:chgData name="Patrik Lima Pereira" userId="efdeca60e14e0783" providerId="LiveId" clId="{A06A75E7-C832-4AF2-8D73-553D4F338DDF}" dt="2025-08-06T15:00:39.300" v="482"/>
          <ac:spMkLst>
            <pc:docMk/>
            <pc:sldMk cId="4221825394" sldId="361"/>
            <ac:spMk id="11" creationId="{00000000-0000-0000-0000-000000000000}"/>
          </ac:spMkLst>
        </pc:spChg>
        <pc:spChg chg="add mod">
          <ac:chgData name="Patrik Lima Pereira" userId="efdeca60e14e0783" providerId="LiveId" clId="{A06A75E7-C832-4AF2-8D73-553D4F338DDF}" dt="2025-08-06T15:10:23.167" v="671" actId="1038"/>
          <ac:spMkLst>
            <pc:docMk/>
            <pc:sldMk cId="4221825394" sldId="361"/>
            <ac:spMk id="24" creationId="{FF306655-9969-C5E4-10FF-60B4510D3A50}"/>
          </ac:spMkLst>
        </pc:spChg>
        <pc:spChg chg="add mod">
          <ac:chgData name="Patrik Lima Pereira" userId="efdeca60e14e0783" providerId="LiveId" clId="{A06A75E7-C832-4AF2-8D73-553D4F338DDF}" dt="2025-08-06T15:09:54.604" v="663" actId="13822"/>
          <ac:spMkLst>
            <pc:docMk/>
            <pc:sldMk cId="4221825394" sldId="361"/>
            <ac:spMk id="35" creationId="{19778C4C-C62B-6CD5-A1D0-5AFB0EEFB997}"/>
          </ac:spMkLst>
        </pc:spChg>
        <pc:spChg chg="add mod">
          <ac:chgData name="Patrik Lima Pereira" userId="efdeca60e14e0783" providerId="LiveId" clId="{A06A75E7-C832-4AF2-8D73-553D4F338DDF}" dt="2025-08-06T15:10:02.345" v="665" actId="1076"/>
          <ac:spMkLst>
            <pc:docMk/>
            <pc:sldMk cId="4221825394" sldId="361"/>
            <ac:spMk id="36" creationId="{4F769A83-150B-2F6F-60ED-F9C6EEE19789}"/>
          </ac:spMkLst>
        </pc:spChg>
        <pc:picChg chg="mod modCrop">
          <ac:chgData name="Patrik Lima Pereira" userId="efdeca60e14e0783" providerId="LiveId" clId="{A06A75E7-C832-4AF2-8D73-553D4F338DDF}" dt="2025-08-06T15:06:49.451" v="651" actId="14100"/>
          <ac:picMkLst>
            <pc:docMk/>
            <pc:sldMk cId="4221825394" sldId="361"/>
            <ac:picMk id="5" creationId="{1C3A7FAC-6AB9-24EB-EAFA-374B91627704}"/>
          </ac:picMkLst>
        </pc:picChg>
        <pc:picChg chg="add del mod">
          <ac:chgData name="Patrik Lima Pereira" userId="efdeca60e14e0783" providerId="LiveId" clId="{A06A75E7-C832-4AF2-8D73-553D4F338DDF}" dt="2025-08-06T14:51:46.012" v="439" actId="478"/>
          <ac:picMkLst>
            <pc:docMk/>
            <pc:sldMk cId="4221825394" sldId="361"/>
            <ac:picMk id="6" creationId="{596E2B5C-3CB6-62E5-93A5-A8E848D043C5}"/>
          </ac:picMkLst>
        </pc:picChg>
        <pc:picChg chg="mod modCrop">
          <ac:chgData name="Patrik Lima Pereira" userId="efdeca60e14e0783" providerId="LiveId" clId="{A06A75E7-C832-4AF2-8D73-553D4F338DDF}" dt="2025-08-06T15:05:46.214" v="640" actId="732"/>
          <ac:picMkLst>
            <pc:docMk/>
            <pc:sldMk cId="4221825394" sldId="361"/>
            <ac:picMk id="8" creationId="{F15ABC20-8757-11FB-F48F-08FE28F239CE}"/>
          </ac:picMkLst>
        </pc:picChg>
        <pc:picChg chg="add del mod">
          <ac:chgData name="Patrik Lima Pereira" userId="efdeca60e14e0783" providerId="LiveId" clId="{A06A75E7-C832-4AF2-8D73-553D4F338DDF}" dt="2025-08-06T14:57:22.154" v="447" actId="478"/>
          <ac:picMkLst>
            <pc:docMk/>
            <pc:sldMk cId="4221825394" sldId="361"/>
            <ac:picMk id="9" creationId="{529E554D-B7E6-751F-9B0E-73F4AE789E07}"/>
          </ac:picMkLst>
        </pc:picChg>
        <pc:picChg chg="add del mod">
          <ac:chgData name="Patrik Lima Pereira" userId="efdeca60e14e0783" providerId="LiveId" clId="{A06A75E7-C832-4AF2-8D73-553D4F338DDF}" dt="2025-08-06T14:57:21.374" v="446" actId="478"/>
          <ac:picMkLst>
            <pc:docMk/>
            <pc:sldMk cId="4221825394" sldId="361"/>
            <ac:picMk id="12" creationId="{36AE3814-0E6C-F57C-CD9B-FAB87C1508BC}"/>
          </ac:picMkLst>
        </pc:picChg>
        <pc:picChg chg="add mod">
          <ac:chgData name="Patrik Lima Pereira" userId="efdeca60e14e0783" providerId="LiveId" clId="{A06A75E7-C832-4AF2-8D73-553D4F338DDF}" dt="2025-08-06T14:58:31.770" v="477" actId="1037"/>
          <ac:picMkLst>
            <pc:docMk/>
            <pc:sldMk cId="4221825394" sldId="361"/>
            <ac:picMk id="15" creationId="{DC3DC264-3835-EF69-22F5-5BC359C85E7D}"/>
          </ac:picMkLst>
        </pc:picChg>
        <pc:picChg chg="add mod">
          <ac:chgData name="Patrik Lima Pereira" userId="efdeca60e14e0783" providerId="LiveId" clId="{A06A75E7-C832-4AF2-8D73-553D4F338DDF}" dt="2025-08-06T14:58:37.164" v="480" actId="1037"/>
          <ac:picMkLst>
            <pc:docMk/>
            <pc:sldMk cId="4221825394" sldId="361"/>
            <ac:picMk id="17" creationId="{DDF86B76-CE3E-FFAA-F725-24E7CFF49DB3}"/>
          </ac:picMkLst>
        </pc:picChg>
        <pc:cxnChg chg="add del">
          <ac:chgData name="Patrik Lima Pereira" userId="efdeca60e14e0783" providerId="LiveId" clId="{A06A75E7-C832-4AF2-8D73-553D4F338DDF}" dt="2025-08-06T15:03:12.327" v="581" actId="11529"/>
          <ac:cxnSpMkLst>
            <pc:docMk/>
            <pc:sldMk cId="4221825394" sldId="361"/>
            <ac:cxnSpMk id="19" creationId="{AD00B2A2-6F74-C7CD-F827-654DACF5ED42}"/>
          </ac:cxnSpMkLst>
        </pc:cxnChg>
        <pc:cxnChg chg="add del">
          <ac:chgData name="Patrik Lima Pereira" userId="efdeca60e14e0783" providerId="LiveId" clId="{A06A75E7-C832-4AF2-8D73-553D4F338DDF}" dt="2025-08-06T15:03:18.306" v="583" actId="11529"/>
          <ac:cxnSpMkLst>
            <pc:docMk/>
            <pc:sldMk cId="4221825394" sldId="361"/>
            <ac:cxnSpMk id="21" creationId="{73ABB670-E6FE-6269-2F33-830CAB4A9D5F}"/>
          </ac:cxnSpMkLst>
        </pc:cxnChg>
        <pc:cxnChg chg="add mod">
          <ac:chgData name="Patrik Lima Pereira" userId="efdeca60e14e0783" providerId="LiveId" clId="{A06A75E7-C832-4AF2-8D73-553D4F338DDF}" dt="2025-08-06T15:07:00.341" v="653" actId="14100"/>
          <ac:cxnSpMkLst>
            <pc:docMk/>
            <pc:sldMk cId="4221825394" sldId="361"/>
            <ac:cxnSpMk id="23" creationId="{8EBFE83F-F47A-B9E4-D6CA-80F786C83616}"/>
          </ac:cxnSpMkLst>
        </pc:cxnChg>
        <pc:cxnChg chg="add mod">
          <ac:chgData name="Patrik Lima Pereira" userId="efdeca60e14e0783" providerId="LiveId" clId="{A06A75E7-C832-4AF2-8D73-553D4F338DDF}" dt="2025-08-06T15:10:23.167" v="671" actId="1038"/>
          <ac:cxnSpMkLst>
            <pc:docMk/>
            <pc:sldMk cId="4221825394" sldId="361"/>
            <ac:cxnSpMk id="27" creationId="{186B2CD3-7C59-367F-BC25-D261E346C0FA}"/>
          </ac:cxnSpMkLst>
        </pc:cxnChg>
      </pc:sldChg>
      <pc:sldChg chg="delSp add mod ord">
        <pc:chgData name="Patrik Lima Pereira" userId="efdeca60e14e0783" providerId="LiveId" clId="{A06A75E7-C832-4AF2-8D73-553D4F338DDF}" dt="2025-08-06T15:03:03.023" v="579"/>
        <pc:sldMkLst>
          <pc:docMk/>
          <pc:sldMk cId="466377925" sldId="362"/>
        </pc:sldMkLst>
        <pc:picChg chg="del">
          <ac:chgData name="Patrik Lima Pereira" userId="efdeca60e14e0783" providerId="LiveId" clId="{A06A75E7-C832-4AF2-8D73-553D4F338DDF}" dt="2025-08-06T15:01:04.740" v="486" actId="478"/>
          <ac:picMkLst>
            <pc:docMk/>
            <pc:sldMk cId="466377925" sldId="362"/>
            <ac:picMk id="15" creationId="{DC3DC264-3835-EF69-22F5-5BC359C85E7D}"/>
          </ac:picMkLst>
        </pc:picChg>
        <pc:picChg chg="del">
          <ac:chgData name="Patrik Lima Pereira" userId="efdeca60e14e0783" providerId="LiveId" clId="{A06A75E7-C832-4AF2-8D73-553D4F338DDF}" dt="2025-08-06T15:01:05.888" v="487" actId="478"/>
          <ac:picMkLst>
            <pc:docMk/>
            <pc:sldMk cId="466377925" sldId="362"/>
            <ac:picMk id="17" creationId="{DDF86B76-CE3E-FFAA-F725-24E7CFF49DB3}"/>
          </ac:picMkLst>
        </pc:picChg>
      </pc:sldChg>
      <pc:sldChg chg="add del">
        <pc:chgData name="Patrik Lima Pereira" userId="efdeca60e14e0783" providerId="LiveId" clId="{A06A75E7-C832-4AF2-8D73-553D4F338DDF}" dt="2025-08-06T15:00:45.802" v="484" actId="47"/>
        <pc:sldMkLst>
          <pc:docMk/>
          <pc:sldMk cId="3576885900" sldId="362"/>
        </pc:sldMkLst>
      </pc:sldChg>
    </pc:docChg>
  </pc:docChgLst>
  <pc:docChgLst>
    <pc:chgData name="Patrik Lima Pereira" userId="efdeca60e14e0783" providerId="LiveId" clId="{76198170-2D6E-4013-B432-A7410147E636}"/>
    <pc:docChg chg="modSld">
      <pc:chgData name="Patrik Lima Pereira" userId="efdeca60e14e0783" providerId="LiveId" clId="{76198170-2D6E-4013-B432-A7410147E636}" dt="2025-05-14T22:42:25.143" v="0"/>
      <pc:docMkLst>
        <pc:docMk/>
      </pc:docMkLst>
      <pc:sldChg chg="modSp mod">
        <pc:chgData name="Patrik Lima Pereira" userId="efdeca60e14e0783" providerId="LiveId" clId="{76198170-2D6E-4013-B432-A7410147E636}" dt="2025-05-14T22:42:25.143" v="0"/>
        <pc:sldMkLst>
          <pc:docMk/>
          <pc:sldMk cId="2259676223" sldId="348"/>
        </pc:sldMkLst>
        <pc:spChg chg="mod">
          <ac:chgData name="Patrik Lima Pereira" userId="efdeca60e14e0783" providerId="LiveId" clId="{76198170-2D6E-4013-B432-A7410147E636}" dt="2025-05-14T22:42:25.143" v="0"/>
          <ac:spMkLst>
            <pc:docMk/>
            <pc:sldMk cId="2259676223" sldId="348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FC868-798D-40D1-82D1-0B48FF1A4057}" type="datetimeFigureOut">
              <a:rPr lang="pt-BR" smtClean="0"/>
              <a:pPr/>
              <a:t>06/08/2025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09AEB-F7BD-41C1-A4BC-2580575799F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079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178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340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121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009AEB-F7BD-41C1-A4BC-2580575799F7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779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F4779-F80B-474A-80BA-2C49CCDEBFA3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D1FCC-CD74-474F-AC35-21A8D77CC95A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48A05-9AB2-474A-B6DC-3482191A0AC8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DCBFE-4A3D-4625-8FC3-6E982ED071DE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14FC-7F33-4F3D-834F-4A4AA8C16057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E0084-ECBB-473B-B227-A2317F43F877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EFF56-A1E0-48C7-B9C8-8A063CEA3994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928A-EAFF-48D3-9109-ACBB7432286D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9E601-DF54-4DFD-A441-5054A6F4E462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E530C-4C9C-496A-9509-D190742F3357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C1E97-EBBF-4CBF-83FA-AAEC1286E7C0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6FF30-8006-4058-BDA8-E0B9D043BE27}" type="datetime1">
              <a:rPr lang="pt-BR" smtClean="0"/>
              <a:pPr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Superintendência de Estudos e Pesquisas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8324F-2ABE-43A5-80A0-BD94A143928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tjpr.jus.br/documents/12054912/0/E-Book+Feminicidio_.pdf/ac1f1e60-ee0b-8d83-b191-78a7d99d6269" TargetMode="External"/><Relationship Id="rId4" Type="http://schemas.openxmlformats.org/officeDocument/2006/relationships/hyperlink" Target="https://www.tjpr.jus.br/web/cevid/feminicid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C60A3BE-B96B-AE49-CAF7-E699976C3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9811" y="-99392"/>
            <a:ext cx="13506571" cy="799288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05FF5DD-FF27-9644-68B5-E10C1F1669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680" y="-99392"/>
            <a:ext cx="12264008" cy="7056784"/>
          </a:xfrm>
          <a:prstGeom prst="rect">
            <a:avLst/>
          </a:prstGeom>
        </p:spPr>
      </p:pic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-24680" y="1340768"/>
            <a:ext cx="12311336" cy="1470025"/>
          </a:xfrm>
        </p:spPr>
        <p:txBody>
          <a:bodyPr>
            <a:normAutofit fontScale="90000"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ATIVIDADE AVALIATIVA — Big Data e Mineração de Dados</a:t>
            </a:r>
            <a:br>
              <a:rPr lang="pt-BR" sz="2200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Análise de Big Data e Mineração de Dados sobre a Violência Contra a Mulher em Minas Gerais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João Vitor </a:t>
            </a:r>
            <a:r>
              <a:rPr lang="pt-BR" sz="2800" dirty="0" err="1">
                <a:solidFill>
                  <a:schemeClr val="bg1"/>
                </a:solidFill>
              </a:rPr>
              <a:t>Lehmen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r>
              <a:rPr lang="pt-BR" sz="2800" dirty="0" err="1">
                <a:solidFill>
                  <a:schemeClr val="bg1"/>
                </a:solidFill>
              </a:rPr>
              <a:t>Sanmartin</a:t>
            </a:r>
            <a:r>
              <a:rPr lang="pt-BR" sz="2800" dirty="0">
                <a:solidFill>
                  <a:schemeClr val="bg1"/>
                </a:solidFill>
              </a:rPr>
              <a:t> 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dirty="0">
                <a:solidFill>
                  <a:schemeClr val="bg1"/>
                </a:solidFill>
              </a:rPr>
              <a:t> Patrik Lima Pereira</a:t>
            </a:r>
            <a:br>
              <a:rPr lang="pt-BR" dirty="0">
                <a:solidFill>
                  <a:schemeClr val="bg1"/>
                </a:solidFill>
              </a:rPr>
            </a:br>
            <a:br>
              <a:rPr lang="pt-BR" sz="2000" b="1" dirty="0">
                <a:solidFill>
                  <a:schemeClr val="bg1"/>
                </a:solidFill>
              </a:rPr>
            </a:b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FA73E34-4DF1-7CAF-BC11-690A682E4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5013176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1. Definição do Problema e Escopo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B18F40-AB6A-A026-A60A-0AEFBCBCFA9C}"/>
              </a:ext>
            </a:extLst>
          </p:cNvPr>
          <p:cNvSpPr txBox="1"/>
          <p:nvPr/>
        </p:nvSpPr>
        <p:spPr>
          <a:xfrm>
            <a:off x="263352" y="930315"/>
            <a:ext cx="11928648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O que é Feminicídio?</a:t>
            </a:r>
          </a:p>
          <a:p>
            <a:pPr algn="just"/>
            <a:r>
              <a:rPr lang="pt-BR" sz="3100" dirty="0"/>
              <a:t>É o homicídio praticado contra a mulher por razões de gênero, resultante de Violência doméstica e familiar, ou Menosprezo ou discriminação à condição de mulher.</a:t>
            </a:r>
          </a:p>
          <a:p>
            <a:pPr algn="just"/>
            <a:endParaRPr lang="pt-BR" sz="3100" dirty="0"/>
          </a:p>
          <a:p>
            <a:pPr algn="just"/>
            <a:r>
              <a:rPr lang="pt-BR" sz="3100" dirty="0"/>
              <a:t>Quando a motivação do crime está no ódio, aversão ou objetificação da mulher, manifestação de misoginia, desprezo ou desumanização .</a:t>
            </a:r>
          </a:p>
          <a:p>
            <a:pPr algn="just"/>
            <a:endParaRPr lang="pt-BR" sz="3100" dirty="0"/>
          </a:p>
          <a:p>
            <a:pPr algn="just"/>
            <a:r>
              <a:rPr lang="pt-BR" sz="3100" dirty="0"/>
              <a:t>O Brasil está entre os países com maior índice de homicídios praticados contra mulheres. (TRIBUNAL DE JUSTIÇA DO ESTADO DO PARANÁ, 2024)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1. Definição do Problema e Escopo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B18F40-AB6A-A026-A60A-0AEFBCBCFA9C}"/>
              </a:ext>
            </a:extLst>
          </p:cNvPr>
          <p:cNvSpPr txBox="1"/>
          <p:nvPr/>
        </p:nvSpPr>
        <p:spPr>
          <a:xfrm>
            <a:off x="263352" y="912197"/>
            <a:ext cx="11928648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Problema de Negócio</a:t>
            </a:r>
            <a:br>
              <a:rPr lang="pt-BR" sz="3200" dirty="0"/>
            </a:br>
            <a:r>
              <a:rPr lang="pt-BR" sz="3200" dirty="0"/>
              <a:t>Alta incidência de crimes e violência contra a mulher, demanda entendimento dos fatores socioeconômicos envolvidos. Gestores públicos têm dificuldade em alocar recursos e criar políticas preventivas baseadas em dados.</a:t>
            </a:r>
          </a:p>
          <a:p>
            <a:endParaRPr lang="pt-BR" sz="2000" dirty="0"/>
          </a:p>
          <a:p>
            <a:r>
              <a:rPr lang="pt-BR" sz="3600" b="1" dirty="0"/>
              <a:t>Objetivo da Solução</a:t>
            </a:r>
            <a:br>
              <a:rPr lang="pt-BR" sz="3200" dirty="0"/>
            </a:br>
            <a:r>
              <a:rPr lang="pt-BR" sz="3200" dirty="0"/>
              <a:t>Desenvolver modelo que relacione indicadores municipais (IDHM, população, densidade, escolarização, PIB per capita) à violência contra a mulher, para identificar padrões e apoiar políticas públicas eficazes.</a:t>
            </a:r>
          </a:p>
          <a:p>
            <a:endParaRPr lang="pt-BR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36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1. Definição do Problema e Escopo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F7C459A-A538-5CAB-0350-63BD165FDBE7}"/>
              </a:ext>
            </a:extLst>
          </p:cNvPr>
          <p:cNvSpPr txBox="1"/>
          <p:nvPr/>
        </p:nvSpPr>
        <p:spPr>
          <a:xfrm>
            <a:off x="2279576" y="1988840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Ver como </a:t>
            </a:r>
            <a:r>
              <a:rPr lang="pt-BR" dirty="0" err="1">
                <a:highlight>
                  <a:srgbClr val="FFFF00"/>
                </a:highlight>
              </a:rPr>
              <a:t>sera</a:t>
            </a:r>
            <a:r>
              <a:rPr lang="pt-BR" dirty="0">
                <a:highlight>
                  <a:srgbClr val="FFFF00"/>
                </a:highlight>
              </a:rPr>
              <a:t> s métricas KPIs a serem colocando, todas conseguimos atender? </a:t>
            </a:r>
          </a:p>
        </p:txBody>
      </p:sp>
    </p:spTree>
    <p:extLst>
      <p:ext uri="{BB962C8B-B14F-4D97-AF65-F5344CB8AC3E}">
        <p14:creationId xmlns:p14="http://schemas.microsoft.com/office/powerpoint/2010/main" val="325275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2. Fontes de Dados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C3A7FAC-6AB9-24EB-EAFA-374B91627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01" y="842048"/>
            <a:ext cx="4655880" cy="517390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15ABC20-8757-11FB-F48F-08FE28F23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4781" y="842049"/>
            <a:ext cx="4660684" cy="517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7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2. Fontes de Dados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C3A7FAC-6AB9-24EB-EAFA-374B916277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27"/>
          <a:stretch/>
        </p:blipFill>
        <p:spPr>
          <a:xfrm>
            <a:off x="527701" y="836712"/>
            <a:ext cx="4655880" cy="517923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15ABC20-8757-11FB-F48F-08FE28F239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019"/>
          <a:stretch/>
        </p:blipFill>
        <p:spPr>
          <a:xfrm>
            <a:off x="7164781" y="1412775"/>
            <a:ext cx="4660684" cy="460851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DC3DC264-3835-EF69-22F5-5BC359C85E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36" y="1412776"/>
            <a:ext cx="5905880" cy="374008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DF86B76-CE3E-FFAA-F725-24E7CFF49D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4072" y="2007583"/>
            <a:ext cx="5404856" cy="3164023"/>
          </a:xfrm>
          <a:prstGeom prst="rect">
            <a:avLst/>
          </a:prstGeom>
        </p:spPr>
      </p:pic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EBFE83F-F47A-B9E4-D6CA-80F786C83616}"/>
              </a:ext>
            </a:extLst>
          </p:cNvPr>
          <p:cNvCxnSpPr>
            <a:cxnSpLocks/>
          </p:cNvCxnSpPr>
          <p:nvPr/>
        </p:nvCxnSpPr>
        <p:spPr>
          <a:xfrm flipH="1">
            <a:off x="1582265" y="1180706"/>
            <a:ext cx="5161807" cy="44237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F306655-9969-C5E4-10FF-60B4510D3A50}"/>
              </a:ext>
            </a:extLst>
          </p:cNvPr>
          <p:cNvSpPr txBox="1"/>
          <p:nvPr/>
        </p:nvSpPr>
        <p:spPr>
          <a:xfrm>
            <a:off x="7140673" y="754556"/>
            <a:ext cx="4787975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7030A0"/>
                </a:solidFill>
              </a:rPr>
              <a:t>Dados estruturados no formado </a:t>
            </a:r>
            <a:r>
              <a:rPr lang="pt-BR" sz="2400" b="1" dirty="0" err="1">
                <a:solidFill>
                  <a:srgbClr val="7030A0"/>
                </a:solidFill>
              </a:rPr>
              <a:t>csv</a:t>
            </a:r>
            <a:endParaRPr lang="pt-BR" dirty="0">
              <a:solidFill>
                <a:srgbClr val="7030A0"/>
              </a:solidFill>
            </a:endParaRP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186B2CD3-7C59-367F-BC25-D261E346C0FA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7677790" y="1216221"/>
            <a:ext cx="1856871" cy="77619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9778C4C-C62B-6CD5-A1D0-5AFB0EEFB997}"/>
              </a:ext>
            </a:extLst>
          </p:cNvPr>
          <p:cNvSpPr txBox="1"/>
          <p:nvPr/>
        </p:nvSpPr>
        <p:spPr>
          <a:xfrm>
            <a:off x="1714919" y="5255271"/>
            <a:ext cx="1867472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7030A0"/>
                </a:solidFill>
              </a:rPr>
              <a:t>107.598 </a:t>
            </a:r>
            <a:r>
              <a:rPr lang="pt-BR" sz="2400" b="1" dirty="0" err="1">
                <a:solidFill>
                  <a:srgbClr val="7030A0"/>
                </a:solidFill>
              </a:rPr>
              <a:t>kb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F769A83-150B-2F6F-60ED-F9C6EEE19789}"/>
              </a:ext>
            </a:extLst>
          </p:cNvPr>
          <p:cNvSpPr txBox="1"/>
          <p:nvPr/>
        </p:nvSpPr>
        <p:spPr>
          <a:xfrm>
            <a:off x="8512764" y="5227688"/>
            <a:ext cx="1867472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7030A0"/>
                </a:solidFill>
              </a:rPr>
              <a:t>119 </a:t>
            </a:r>
            <a:r>
              <a:rPr lang="pt-BR" sz="2400" b="1" dirty="0" err="1">
                <a:solidFill>
                  <a:srgbClr val="7030A0"/>
                </a:solidFill>
              </a:rPr>
              <a:t>bkb</a:t>
            </a:r>
            <a:endParaRPr lang="pt-BR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82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EEEA4E2E-5BB2-3E68-ADE9-9DDED86B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60696" cy="6858000"/>
          </a:xfrm>
          <a:prstGeom prst="rect">
            <a:avLst/>
          </a:prstGeom>
        </p:spPr>
      </p:pic>
      <p:sp>
        <p:nvSpPr>
          <p:cNvPr id="11" name="Título 1"/>
          <p:cNvSpPr>
            <a:spLocks noGrp="1"/>
          </p:cNvSpPr>
          <p:nvPr>
            <p:ph type="title"/>
          </p:nvPr>
        </p:nvSpPr>
        <p:spPr>
          <a:xfrm>
            <a:off x="1981200" y="297011"/>
            <a:ext cx="8229600" cy="868523"/>
          </a:xfrm>
        </p:spPr>
        <p:txBody>
          <a:bodyPr>
            <a:normAutofit fontScale="90000"/>
          </a:bodyPr>
          <a:lstStyle/>
          <a:p>
            <a:r>
              <a:rPr lang="pt-BR" sz="3000" b="1" dirty="0"/>
              <a:t>X. Bibliografia</a:t>
            </a:r>
            <a:br>
              <a:rPr lang="pt-BR" sz="3000" b="1" dirty="0"/>
            </a:br>
            <a:endParaRPr lang="pt-BR" sz="3000" b="1" dirty="0"/>
          </a:p>
        </p:txBody>
      </p:sp>
      <p:sp>
        <p:nvSpPr>
          <p:cNvPr id="2" name="Espaço Reservado para Rodapé 7">
            <a:extLst>
              <a:ext uri="{FF2B5EF4-FFF2-40B4-BE49-F238E27FC236}">
                <a16:creationId xmlns:a16="http://schemas.microsoft.com/office/drawing/2014/main" id="{4FC988C9-7744-1AFC-83D8-337E45D13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55641" y="6356351"/>
            <a:ext cx="6085184" cy="365125"/>
          </a:xfrm>
        </p:spPr>
        <p:txBody>
          <a:bodyPr/>
          <a:lstStyle/>
          <a:p>
            <a:r>
              <a:rPr lang="pt-BR" dirty="0"/>
              <a:t>Programa de Residência em Inteligência Artificial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B18F40-AB6A-A026-A60A-0AEFBCBCFA9C}"/>
              </a:ext>
            </a:extLst>
          </p:cNvPr>
          <p:cNvSpPr txBox="1"/>
          <p:nvPr/>
        </p:nvSpPr>
        <p:spPr>
          <a:xfrm>
            <a:off x="263352" y="930315"/>
            <a:ext cx="1166529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00" dirty="0"/>
              <a:t>TRIBUNAL DE JUSTIÇA DO ESTADO DO PARANÁ. </a:t>
            </a:r>
            <a:r>
              <a:rPr lang="pt-BR" sz="2600" i="1" dirty="0"/>
              <a:t>Feminicídio</a:t>
            </a:r>
            <a:r>
              <a:rPr lang="pt-BR" sz="2600" dirty="0"/>
              <a:t>. Disponível em: </a:t>
            </a:r>
            <a:r>
              <a:rPr lang="pt-BR" sz="2600" dirty="0">
                <a:hlinkClick r:id="rId4"/>
              </a:rPr>
              <a:t>https://www.tjpr.jus.br/web/</a:t>
            </a:r>
            <a:r>
              <a:rPr lang="pt-BR" sz="2600" dirty="0" err="1">
                <a:hlinkClick r:id="rId4"/>
              </a:rPr>
              <a:t>cevid</a:t>
            </a:r>
            <a:r>
              <a:rPr lang="pt-BR" sz="2600" dirty="0">
                <a:hlinkClick r:id="rId4"/>
              </a:rPr>
              <a:t>/</a:t>
            </a:r>
            <a:r>
              <a:rPr lang="pt-BR" sz="2600" dirty="0" err="1">
                <a:hlinkClick r:id="rId4"/>
              </a:rPr>
              <a:t>feminicidio</a:t>
            </a:r>
            <a:r>
              <a:rPr lang="pt-BR" sz="2600" dirty="0"/>
              <a:t>. Acesso em: 6 ago. 2025.</a:t>
            </a:r>
          </a:p>
          <a:p>
            <a:endParaRPr lang="pt-BR" sz="2600" dirty="0"/>
          </a:p>
          <a:p>
            <a:r>
              <a:rPr lang="pt-BR" sz="2600" dirty="0"/>
              <a:t>PARANÁ (Estado). Protocolo para investigar, processar e julgar com perspectiva de gênero as mortes violentas de mulheres (Feminicídios) no Paraná [livro eletrônico]. Curitiba: Governo do Estado do Paraná, 2021. Disponível em: </a:t>
            </a:r>
            <a:r>
              <a:rPr lang="pt-BR" sz="2600" dirty="0">
                <a:hlinkClick r:id="rId5"/>
              </a:rPr>
              <a:t>https://www.tjpr.jus.br/</a:t>
            </a:r>
            <a:r>
              <a:rPr lang="pt-BR" sz="2600" dirty="0" err="1">
                <a:hlinkClick r:id="rId5"/>
              </a:rPr>
              <a:t>documents</a:t>
            </a:r>
            <a:r>
              <a:rPr lang="pt-BR" sz="2600" dirty="0">
                <a:hlinkClick r:id="rId5"/>
              </a:rPr>
              <a:t>/12054912/0/E-Book+Feminicidio_.pdf/ac1f1e60-ee0b-8d83-b191-78a7d99d6269</a:t>
            </a:r>
            <a:r>
              <a:rPr lang="pt-BR" sz="2600" dirty="0"/>
              <a:t>. Acesso em: 6 ago. 2025.</a:t>
            </a:r>
          </a:p>
          <a:p>
            <a:endParaRPr lang="pt-BR" sz="2600" dirty="0"/>
          </a:p>
          <a:p>
            <a:r>
              <a:rPr lang="pt-BR" sz="2600" dirty="0"/>
              <a:t>WAISELFISZ, </a:t>
            </a:r>
            <a:r>
              <a:rPr lang="pt-BR" sz="2600" dirty="0" err="1"/>
              <a:t>Julio</a:t>
            </a:r>
            <a:r>
              <a:rPr lang="pt-BR" sz="2600" dirty="0"/>
              <a:t> Jacobo. Mapa da Violência 2015: homicídio de mulheres no Brasil. Brasília: </a:t>
            </a:r>
            <a:r>
              <a:rPr lang="pt-BR" sz="2600" dirty="0" err="1"/>
              <a:t>Flacso</a:t>
            </a:r>
            <a:r>
              <a:rPr lang="pt-BR" sz="2600" dirty="0"/>
              <a:t> Brasil, 2015.</a:t>
            </a:r>
            <a:endParaRPr lang="pt-BR" dirty="0"/>
          </a:p>
          <a:p>
            <a:endParaRPr lang="pt-BR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D07E98F-DF62-936F-023C-F50629127B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221" y="4934498"/>
            <a:ext cx="2958998" cy="2958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1422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7497</TotalTime>
  <Words>440</Words>
  <Application>Microsoft Office PowerPoint</Application>
  <PresentationFormat>Widescreen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Tema do Office</vt:lpstr>
      <vt:lpstr>ATIVIDADE AVALIATIVA — Big Data e Mineração de Dados  Análise de Big Data e Mineração de Dados sobre a Violência Contra a Mulher em Minas Gerais João Vitor Lehmen Sanmartin   Patrik Lima Pereira  </vt:lpstr>
      <vt:lpstr>1. Definição do Problema e Escopo </vt:lpstr>
      <vt:lpstr>1. Definição do Problema e Escopo </vt:lpstr>
      <vt:lpstr>1. Definição do Problema e Escopo </vt:lpstr>
      <vt:lpstr>2. Fontes de Dados </vt:lpstr>
      <vt:lpstr>2. Fontes de Dados </vt:lpstr>
      <vt:lpstr>X. Bibliografia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Título: Modelo de Apresentação</dc:title>
  <dc:creator>Raul</dc:creator>
  <cp:lastModifiedBy>Patrik Lima Pereira</cp:lastModifiedBy>
  <cp:revision>561</cp:revision>
  <dcterms:created xsi:type="dcterms:W3CDTF">2012-03-23T17:40:35Z</dcterms:created>
  <dcterms:modified xsi:type="dcterms:W3CDTF">2025-08-06T17:30:41Z</dcterms:modified>
</cp:coreProperties>
</file>